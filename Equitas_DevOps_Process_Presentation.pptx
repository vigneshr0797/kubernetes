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Process Overview – On-Prem Spring Boot Deployment (Equitas Bank)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Workflow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End-to-end CI/CD pipeline for on-prem Java/Spring Boot microservices</a:t>
            </a:r>
          </a:p>
          <a:p>
            <a:pPr/>
            <a:r>
              <a:t>Automated build, quality checks, artifact storage, and deployment</a:t>
            </a:r>
          </a:p>
          <a:p>
            <a:pPr/>
            <a:r>
              <a:t>Ensures consistency, security, and reliability across environments</a:t>
            </a:r>
          </a:p>
          <a:p>
            <a:pPr/>
            <a:r>
              <a:t>Supports deployments on both Linux servers and Kubernetes clusters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Code Management – Branching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Structured branches: dev, uat, preprod, prod</a:t>
            </a:r>
          </a:p>
          <a:p>
            <a:pPr/>
            <a:r>
              <a:t>Developers commit only to dev branch</a:t>
            </a:r>
          </a:p>
          <a:p>
            <a:pPr/>
            <a:r>
              <a:t>Merge Requests enforced for higher environments</a:t>
            </a:r>
          </a:p>
          <a:p>
            <a:pPr/>
            <a:r>
              <a:t>Approval process involving EA managers/reviewers</a:t>
            </a:r>
          </a:p>
          <a:p>
            <a:pPr/>
            <a:r>
              <a:t>Clean, traceable, and governed code movement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Quality &amp; Security – SonarQube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Automatic code scan triggered in Jenkins</a:t>
            </a:r>
          </a:p>
          <a:p>
            <a:pPr/>
            <a:r>
              <a:t>Detects vulnerabilities, bugs, and code smells</a:t>
            </a:r>
          </a:p>
          <a:p>
            <a:pPr/>
            <a:r>
              <a:t>Quality gate enforced before proceeding</a:t>
            </a:r>
          </a:p>
          <a:p>
            <a:pPr/>
            <a:r>
              <a:t>Improves maintainability and reduces production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 Management – JFrog Artifactory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Stores all built JAR artifacts</a:t>
            </a:r>
          </a:p>
          <a:p>
            <a:pPr/>
            <a:r>
              <a:t>Version-controlled repository for builds</a:t>
            </a:r>
          </a:p>
          <a:p>
            <a:pPr/>
            <a:r>
              <a:t>Reliable rollback and re-deployment support</a:t>
            </a:r>
          </a:p>
          <a:p>
            <a:pPr/>
            <a:r>
              <a:t>Consistent artifact availability across environments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On-Prem Deployment Servers: traditional JAR execution, systemd/service scripts</a:t>
            </a:r>
          </a:p>
          <a:p>
            <a:pPr/>
            <a:r>
              <a:t>Kubernetes Deployments: container-based, YAML updates, scaling &amp; health checks</a:t>
            </a:r>
          </a:p>
          <a:p>
            <a:pPr/>
            <a:r>
              <a:t>Higher resilience and easier management at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Pipeline Overview – 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Define variables and credentials</a:t>
            </a:r>
          </a:p>
          <a:p>
            <a:pPr/>
            <a:r>
              <a:t>Prepare workspace</a:t>
            </a:r>
          </a:p>
          <a:p>
            <a:pPr/>
            <a:r>
              <a:t>Configure project-level settings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Checkout &amp; Sonar – CI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Checkout code from GitLab</a:t>
            </a:r>
          </a:p>
          <a:p>
            <a:pPr/>
            <a:r>
              <a:t>Run SonarQube static analysis</a:t>
            </a:r>
          </a:p>
          <a:p>
            <a:pPr/>
            <a:r>
              <a:t>Generate quality and coverage reports</a:t>
            </a:r>
          </a:p>
          <a:p>
            <a:pPr/>
            <a:r>
              <a:t>Validate quality gate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Stage –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Compile source code</a:t>
            </a:r>
          </a:p>
          <a:p>
            <a:pPr/>
            <a:r>
              <a:t>Run unit tests</a:t>
            </a:r>
          </a:p>
          <a:p>
            <a:pPr/>
            <a:r>
              <a:t>Package into JAR using Maven/Gradle</a:t>
            </a:r>
          </a:p>
          <a:p>
            <a:pPr/>
            <a:r>
              <a:t>Upload artifact to Artifactory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Process – 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Stop old running process safely</a:t>
            </a:r>
          </a:p>
          <a:p>
            <a:pPr/>
            <a:r>
              <a:t>Fetch new JAR from Artifactory</a:t>
            </a:r>
          </a:p>
          <a:p>
            <a:pPr/>
            <a:r>
              <a:t>Deploy and start new service</a:t>
            </a:r>
          </a:p>
          <a:p>
            <a:pPr/>
            <a:r>
              <a:t>Validate logs and health checks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This DevOps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Faster and reliable deployments</a:t>
            </a:r>
          </a:p>
          <a:p>
            <a:pPr/>
            <a:r>
              <a:t>Governed and trackable code movement</a:t>
            </a:r>
          </a:p>
          <a:p>
            <a:pPr/>
            <a:r>
              <a:t>Improved quality via SonarQube gates</a:t>
            </a:r>
          </a:p>
          <a:p>
            <a:pPr/>
            <a:r>
              <a:t>Version-controlled artifact management</a:t>
            </a:r>
          </a:p>
          <a:p>
            <a:pPr/>
            <a:r>
              <a:t>Supports both JAR and Kubernetes deployments</a:t>
            </a:r>
          </a:p>
          <a:p>
            <a:pPr/>
            <a:r>
              <a:t>Standardized automation reducing downtime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